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E0E0E0"/>
                </a:solidFill>
                <a:latin typeface="Calibri"/>
              </a:rPr>
              <a:t>VirtualDev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00D4AA"/>
                </a:solidFill>
                <a:latin typeface="Calibri"/>
              </a:rPr>
              <a:t>AI-Powered Virtual Software Development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A9AB0"/>
                </a:solidFill>
                <a:latin typeface="Calibri"/>
              </a:rPr>
              <a:t>An end-to-end platform that transforms ideas into production-ready software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9AB0"/>
                </a:solidFill>
                <a:latin typeface="Calibri"/>
              </a:rPr>
              <a:t>Product Team + Engineering Team + AI Team + QA + Security +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Software development requires coordination across many specialized roles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Small teams and solo developers lack access to all required expertise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Existing AI tools generate code snippets but not complete project deliverables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Fragmented tooling causes context loss and quality gaps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Security review, testing, and documentation are often skipped or rushed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Existing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Coding Assistants: GitHub Copilot, Cursor, Codeium — code completion focus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Development Agents: Devin, OpenHands — autonomous coding but limited orchestration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Project Management Tools: Jira, Linear — track work but don't generate it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Design Platforms: v0, Lovable — UI generation without full lifecycle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Gap: No tool combines multi-role orchestration + human approval + full deliverables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Proposed Solution: VirtualDev Studio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AI-powered virtual development studio with 10 specialized agents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Coordinated by a Master AI Orchestrator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Controlled workflow with human approval checkpoints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Delivers complete project packages: requirements, architecture, code, tests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Web dashboard + mobile companion app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Modular architecture: React + FastAPI + PostgreSQL + LLM abstraction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Target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Solo developers and indie hackers — full virtual team on demand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Non-technical startup founders — idea-to-specification translation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Small development teams — accelerate secondary tasks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Project managers — single dashboard for status and approvals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Freelance developers — automated docs, research, and presentations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Idea-to-project workflow with 14 stages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Master AI Orchestrator with task planning and agent delegation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Human approval gates for architecture, development, security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Real-time status via WebSocket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Team monitoring page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Testing &amp; security review stages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Document generation and diagram creation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Mobile companion with approval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User Idea → Requirements Analysis → Research → Product Analysis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System Architecture → UI/UX Design → Database Design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Implementation Plan → Development → Testing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Security Review → Documentation → Diagrams → Presentation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Human approval checkpoints at architecture, development, and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Frontend: React + TypeScript — 15 pages, responsive design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Backend: Python + FastAPI — REST + WebSocket APIs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Database: PostgreSQL — 14 tables, full relational model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Layer: Provider abstraction with mock LLM for MVP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Mobile: Flutter companion app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Communication: JWT auth, rate limiting, structured error envelopes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AI 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Master Orchestrator coordinates the workflow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10 specialized agents: Requirements, Researcher, Strategist, Architect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Database Engineer, Designer, Developer, Tester, Security, Docs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Task state persisted across the full lifecycle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Failure detection with retry and escalation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Tool layer: MCP-based with permission boundaries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Database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PostgreSQL with 14 tables: users, projects, stages, requirements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research_items, architecture_components, agents, tasks, task_runs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documents, diagrams, presentations, approvals, audit_logs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17 targeted indexes for query patterns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Full referential integrity with cascade deletes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Complete ERD in editable Mermaid format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UI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Landing page with value proposition and workflow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Dashboard: active projects, progress, pending approvals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Project workspace with stage timeline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Team page with agent roles and status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Requirements, Research, Architecture, Testing screens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Dark professional theme with responsive layout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Mobile Application (Flutter)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View projects and their progress on the go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Create projects with structured input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Approve/reject workflows from mobile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Agent status and task updates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WebSocket real-time notifications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Dark theme matching web app (teal/purple)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JWT authentication with refresh tokens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Rate limiting on auth endpoints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Input validation with Pydantic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RBAC model with project ownership checks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Secrets via environment variables only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Comprehensive 12-area security review performed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25 API tests: auth, projects, entities, orchestration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All 25 tests passing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Frontend TypeScript compilation verified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Flutter analyze passing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Identified and fixed orchestration bug during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Working FastAPI backend with 25+ endpoints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Complete React dashboard (15 pages)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Flutter mobile app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AI orchestrator with 10 agent roles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Human approval workflow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12 professional diagrams (Mermaid)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Full documentation package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Business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SaaS subscription tiers — PROPOSAL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Free tier: 1 project, basic features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Pro tier $29-49/month: unlimited projects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Team tier $99-199/month: collaboration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Enterprise: custom deployment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Pay-per-outcome or usage-based alternatives possible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Competitive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Multi-role orchestration — not just code generation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Human approval gates — user stays in control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Complete deliverable package — docs, diagrams, presentation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Two interfaces: web dashboard + mobile companion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Open LLM abstraction — not locked to one provider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Production-oriented mindset: security + testing built-in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Real LLM provider integration (OpenAI, Anthropic, local)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Actual code generation and execution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MCP tool layer with live filesystem, git, terminal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Team collaboration and shared workspaces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GitHub/GitLab integration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Automated diagram rendering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Multi-user RBAC refinement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D4AA"/>
                </a:solidFill>
                <a:latin typeface="Calibri"/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77240"/>
            <a:ext cx="3200400" cy="54864"/>
          </a:xfrm>
          <a:prstGeom prst="round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VirtualDev Studio demonstrates a coordinated AI development team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Validated the full software lifecycle approach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Real implementation: backend, frontend, mobile, orchestrator, tests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Human-in-the-loop design keeps users in control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Calibri"/>
              </a:rPr>
              <a:t>• Ready for Phase 2: real LLM integration and tool layer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0E0E0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00D4A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9AB0"/>
                </a:solidFill>
                <a:latin typeface="Calibri"/>
              </a:rPr>
              <a:t>VirtualDev Studio — Idea to Production, Orchestrated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